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554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r Motamedkia" userId="c1024a576cd54cc7" providerId="LiveId" clId="{A88BE941-8027-4379-B1FB-AC4A94311B45}"/>
    <pc:docChg chg="undo custSel addSld modSld">
      <pc:chgData name="Amir Motamedkia" userId="c1024a576cd54cc7" providerId="LiveId" clId="{A88BE941-8027-4379-B1FB-AC4A94311B45}" dt="2026-01-06T17:02:48.560" v="76" actId="1076"/>
      <pc:docMkLst>
        <pc:docMk/>
      </pc:docMkLst>
      <pc:sldChg chg="addSp delSp modSp new mod">
        <pc:chgData name="Amir Motamedkia" userId="c1024a576cd54cc7" providerId="LiveId" clId="{A88BE941-8027-4379-B1FB-AC4A94311B45}" dt="2026-01-06T17:02:48.560" v="76" actId="1076"/>
        <pc:sldMkLst>
          <pc:docMk/>
          <pc:sldMk cId="2880842178" sldId="256"/>
        </pc:sldMkLst>
        <pc:spChg chg="mod">
          <ac:chgData name="Amir Motamedkia" userId="c1024a576cd54cc7" providerId="LiveId" clId="{A88BE941-8027-4379-B1FB-AC4A94311B45}" dt="2026-01-06T16:33:21.541" v="4"/>
          <ac:spMkLst>
            <pc:docMk/>
            <pc:sldMk cId="2880842178" sldId="256"/>
            <ac:spMk id="2" creationId="{5E6CFF9F-CDA6-41D2-891E-6D78BEAAD323}"/>
          </ac:spMkLst>
        </pc:spChg>
        <pc:spChg chg="mod">
          <ac:chgData name="Amir Motamedkia" userId="c1024a576cd54cc7" providerId="LiveId" clId="{A88BE941-8027-4379-B1FB-AC4A94311B45}" dt="2026-01-06T16:33:21.541" v="4"/>
          <ac:spMkLst>
            <pc:docMk/>
            <pc:sldMk cId="2880842178" sldId="256"/>
            <ac:spMk id="3" creationId="{B066FA94-7EA9-4C71-8AE6-926EDA426017}"/>
          </ac:spMkLst>
        </pc:spChg>
        <pc:picChg chg="add del mod">
          <ac:chgData name="Amir Motamedkia" userId="c1024a576cd54cc7" providerId="LiveId" clId="{A88BE941-8027-4379-B1FB-AC4A94311B45}" dt="2026-01-06T16:34:50.283" v="13" actId="478"/>
          <ac:picMkLst>
            <pc:docMk/>
            <pc:sldMk cId="2880842178" sldId="256"/>
            <ac:picMk id="5" creationId="{B2D90F6F-36BC-404D-8069-544656EE6558}"/>
          </ac:picMkLst>
        </pc:picChg>
        <pc:picChg chg="add del mod">
          <ac:chgData name="Amir Motamedkia" userId="c1024a576cd54cc7" providerId="LiveId" clId="{A88BE941-8027-4379-B1FB-AC4A94311B45}" dt="2026-01-06T16:34:50.283" v="13" actId="478"/>
          <ac:picMkLst>
            <pc:docMk/>
            <pc:sldMk cId="2880842178" sldId="256"/>
            <ac:picMk id="7" creationId="{6180AB79-7E40-4CEE-96A7-4C79B6688D6D}"/>
          </ac:picMkLst>
        </pc:picChg>
        <pc:picChg chg="add del mod">
          <ac:chgData name="Amir Motamedkia" userId="c1024a576cd54cc7" providerId="LiveId" clId="{A88BE941-8027-4379-B1FB-AC4A94311B45}" dt="2026-01-06T16:34:50.283" v="13" actId="478"/>
          <ac:picMkLst>
            <pc:docMk/>
            <pc:sldMk cId="2880842178" sldId="256"/>
            <ac:picMk id="9" creationId="{0D9189AC-D910-4ED2-AEFB-0BBEDB07A1D3}"/>
          </ac:picMkLst>
        </pc:picChg>
        <pc:picChg chg="add del mod">
          <ac:chgData name="Amir Motamedkia" userId="c1024a576cd54cc7" providerId="LiveId" clId="{A88BE941-8027-4379-B1FB-AC4A94311B45}" dt="2026-01-06T16:34:50.283" v="13" actId="478"/>
          <ac:picMkLst>
            <pc:docMk/>
            <pc:sldMk cId="2880842178" sldId="256"/>
            <ac:picMk id="11" creationId="{6B795AE5-D45F-4D04-A50C-305B919F9A58}"/>
          </ac:picMkLst>
        </pc:picChg>
        <pc:picChg chg="add del mod">
          <ac:chgData name="Amir Motamedkia" userId="c1024a576cd54cc7" providerId="LiveId" clId="{A88BE941-8027-4379-B1FB-AC4A94311B45}" dt="2026-01-06T16:34:50.283" v="13" actId="478"/>
          <ac:picMkLst>
            <pc:docMk/>
            <pc:sldMk cId="2880842178" sldId="256"/>
            <ac:picMk id="13" creationId="{76E0AAB8-96C9-46E9-845E-97A7575B8976}"/>
          </ac:picMkLst>
        </pc:picChg>
        <pc:picChg chg="add del mod">
          <ac:chgData name="Amir Motamedkia" userId="c1024a576cd54cc7" providerId="LiveId" clId="{A88BE941-8027-4379-B1FB-AC4A94311B45}" dt="2026-01-06T16:34:50.283" v="13" actId="478"/>
          <ac:picMkLst>
            <pc:docMk/>
            <pc:sldMk cId="2880842178" sldId="256"/>
            <ac:picMk id="15" creationId="{DB9C9A1D-6BFE-4910-B748-2761A25FB5FE}"/>
          </ac:picMkLst>
        </pc:picChg>
        <pc:picChg chg="add del mod">
          <ac:chgData name="Amir Motamedkia" userId="c1024a576cd54cc7" providerId="LiveId" clId="{A88BE941-8027-4379-B1FB-AC4A94311B45}" dt="2026-01-06T16:34:50.283" v="13" actId="478"/>
          <ac:picMkLst>
            <pc:docMk/>
            <pc:sldMk cId="2880842178" sldId="256"/>
            <ac:picMk id="17" creationId="{D1DF77C2-65F7-4B36-9E5D-295ECFADBC00}"/>
          </ac:picMkLst>
        </pc:picChg>
        <pc:picChg chg="add del mod">
          <ac:chgData name="Amir Motamedkia" userId="c1024a576cd54cc7" providerId="LiveId" clId="{A88BE941-8027-4379-B1FB-AC4A94311B45}" dt="2026-01-06T16:34:50.283" v="13" actId="478"/>
          <ac:picMkLst>
            <pc:docMk/>
            <pc:sldMk cId="2880842178" sldId="256"/>
            <ac:picMk id="19" creationId="{E482A42C-2231-4EDB-AB4C-DF6B11B0F49F}"/>
          </ac:picMkLst>
        </pc:picChg>
        <pc:picChg chg="add mod">
          <ac:chgData name="Amir Motamedkia" userId="c1024a576cd54cc7" providerId="LiveId" clId="{A88BE941-8027-4379-B1FB-AC4A94311B45}" dt="2026-01-06T16:38:48.111" v="71" actId="1076"/>
          <ac:picMkLst>
            <pc:docMk/>
            <pc:sldMk cId="2880842178" sldId="256"/>
            <ac:picMk id="21" creationId="{B1FBC053-8BCA-4A5B-8042-FF5F6B84590B}"/>
          </ac:picMkLst>
        </pc:picChg>
        <pc:picChg chg="add mod">
          <ac:chgData name="Amir Motamedkia" userId="c1024a576cd54cc7" providerId="LiveId" clId="{A88BE941-8027-4379-B1FB-AC4A94311B45}" dt="2026-01-06T17:02:48.560" v="76" actId="1076"/>
          <ac:picMkLst>
            <pc:docMk/>
            <pc:sldMk cId="2880842178" sldId="256"/>
            <ac:picMk id="23" creationId="{BDE8FD19-35B1-4D0A-A482-A9627AE2677A}"/>
          </ac:picMkLst>
        </pc:picChg>
      </pc:sldChg>
      <pc:sldChg chg="delSp modSp add mod">
        <pc:chgData name="Amir Motamedkia" userId="c1024a576cd54cc7" providerId="LiveId" clId="{A88BE941-8027-4379-B1FB-AC4A94311B45}" dt="2026-01-06T17:02:39.938" v="75" actId="1076"/>
        <pc:sldMkLst>
          <pc:docMk/>
          <pc:sldMk cId="3549735392" sldId="257"/>
        </pc:sldMkLst>
        <pc:picChg chg="del">
          <ac:chgData name="Amir Motamedkia" userId="c1024a576cd54cc7" providerId="LiveId" clId="{A88BE941-8027-4379-B1FB-AC4A94311B45}" dt="2026-01-06T16:35:00.495" v="18" actId="478"/>
          <ac:picMkLst>
            <pc:docMk/>
            <pc:sldMk cId="3549735392" sldId="257"/>
            <ac:picMk id="5" creationId="{B2D90F6F-36BC-404D-8069-544656EE6558}"/>
          </ac:picMkLst>
        </pc:picChg>
        <pc:picChg chg="del">
          <ac:chgData name="Amir Motamedkia" userId="c1024a576cd54cc7" providerId="LiveId" clId="{A88BE941-8027-4379-B1FB-AC4A94311B45}" dt="2026-01-06T16:35:00.495" v="18" actId="478"/>
          <ac:picMkLst>
            <pc:docMk/>
            <pc:sldMk cId="3549735392" sldId="257"/>
            <ac:picMk id="7" creationId="{6180AB79-7E40-4CEE-96A7-4C79B6688D6D}"/>
          </ac:picMkLst>
        </pc:picChg>
        <pc:picChg chg="del">
          <ac:chgData name="Amir Motamedkia" userId="c1024a576cd54cc7" providerId="LiveId" clId="{A88BE941-8027-4379-B1FB-AC4A94311B45}" dt="2026-01-06T16:35:00.495" v="18" actId="478"/>
          <ac:picMkLst>
            <pc:docMk/>
            <pc:sldMk cId="3549735392" sldId="257"/>
            <ac:picMk id="9" creationId="{0D9189AC-D910-4ED2-AEFB-0BBEDB07A1D3}"/>
          </ac:picMkLst>
        </pc:picChg>
        <pc:picChg chg="del">
          <ac:chgData name="Amir Motamedkia" userId="c1024a576cd54cc7" providerId="LiveId" clId="{A88BE941-8027-4379-B1FB-AC4A94311B45}" dt="2026-01-06T16:35:00.495" v="18" actId="478"/>
          <ac:picMkLst>
            <pc:docMk/>
            <pc:sldMk cId="3549735392" sldId="257"/>
            <ac:picMk id="11" creationId="{6B795AE5-D45F-4D04-A50C-305B919F9A58}"/>
          </ac:picMkLst>
        </pc:picChg>
        <pc:picChg chg="del">
          <ac:chgData name="Amir Motamedkia" userId="c1024a576cd54cc7" providerId="LiveId" clId="{A88BE941-8027-4379-B1FB-AC4A94311B45}" dt="2026-01-06T16:35:00.495" v="18" actId="478"/>
          <ac:picMkLst>
            <pc:docMk/>
            <pc:sldMk cId="3549735392" sldId="257"/>
            <ac:picMk id="13" creationId="{76E0AAB8-96C9-46E9-845E-97A7575B8976}"/>
          </ac:picMkLst>
        </pc:picChg>
        <pc:picChg chg="del">
          <ac:chgData name="Amir Motamedkia" userId="c1024a576cd54cc7" providerId="LiveId" clId="{A88BE941-8027-4379-B1FB-AC4A94311B45}" dt="2026-01-06T16:35:00.495" v="18" actId="478"/>
          <ac:picMkLst>
            <pc:docMk/>
            <pc:sldMk cId="3549735392" sldId="257"/>
            <ac:picMk id="15" creationId="{DB9C9A1D-6BFE-4910-B748-2761A25FB5FE}"/>
          </ac:picMkLst>
        </pc:picChg>
        <pc:picChg chg="mod">
          <ac:chgData name="Amir Motamedkia" userId="c1024a576cd54cc7" providerId="LiveId" clId="{A88BE941-8027-4379-B1FB-AC4A94311B45}" dt="2026-01-06T16:38:39.870" v="70" actId="1076"/>
          <ac:picMkLst>
            <pc:docMk/>
            <pc:sldMk cId="3549735392" sldId="257"/>
            <ac:picMk id="17" creationId="{D1DF77C2-65F7-4B36-9E5D-295ECFADBC00}"/>
          </ac:picMkLst>
        </pc:picChg>
        <pc:picChg chg="mod">
          <ac:chgData name="Amir Motamedkia" userId="c1024a576cd54cc7" providerId="LiveId" clId="{A88BE941-8027-4379-B1FB-AC4A94311B45}" dt="2026-01-06T17:02:39.938" v="75" actId="1076"/>
          <ac:picMkLst>
            <pc:docMk/>
            <pc:sldMk cId="3549735392" sldId="257"/>
            <ac:picMk id="19" creationId="{E482A42C-2231-4EDB-AB4C-DF6B11B0F49F}"/>
          </ac:picMkLst>
        </pc:picChg>
        <pc:picChg chg="del">
          <ac:chgData name="Amir Motamedkia" userId="c1024a576cd54cc7" providerId="LiveId" clId="{A88BE941-8027-4379-B1FB-AC4A94311B45}" dt="2026-01-06T16:34:54.439" v="15" actId="478"/>
          <ac:picMkLst>
            <pc:docMk/>
            <pc:sldMk cId="3549735392" sldId="257"/>
            <ac:picMk id="21" creationId="{B1FBC053-8BCA-4A5B-8042-FF5F6B84590B}"/>
          </ac:picMkLst>
        </pc:picChg>
        <pc:picChg chg="del">
          <ac:chgData name="Amir Motamedkia" userId="c1024a576cd54cc7" providerId="LiveId" clId="{A88BE941-8027-4379-B1FB-AC4A94311B45}" dt="2026-01-06T16:34:53.798" v="14" actId="478"/>
          <ac:picMkLst>
            <pc:docMk/>
            <pc:sldMk cId="3549735392" sldId="257"/>
            <ac:picMk id="23" creationId="{BDE8FD19-35B1-4D0A-A482-A9627AE2677A}"/>
          </ac:picMkLst>
        </pc:picChg>
      </pc:sldChg>
      <pc:sldChg chg="delSp modSp add mod">
        <pc:chgData name="Amir Motamedkia" userId="c1024a576cd54cc7" providerId="LiveId" clId="{A88BE941-8027-4379-B1FB-AC4A94311B45}" dt="2026-01-06T16:39:06.696" v="74" actId="1076"/>
        <pc:sldMkLst>
          <pc:docMk/>
          <pc:sldMk cId="1840069504" sldId="258"/>
        </pc:sldMkLst>
        <pc:picChg chg="del">
          <ac:chgData name="Amir Motamedkia" userId="c1024a576cd54cc7" providerId="LiveId" clId="{A88BE941-8027-4379-B1FB-AC4A94311B45}" dt="2026-01-06T16:35:15.951" v="25" actId="478"/>
          <ac:picMkLst>
            <pc:docMk/>
            <pc:sldMk cId="1840069504" sldId="258"/>
            <ac:picMk id="5" creationId="{B2D90F6F-36BC-404D-8069-544656EE6558}"/>
          </ac:picMkLst>
        </pc:picChg>
        <pc:picChg chg="del">
          <ac:chgData name="Amir Motamedkia" userId="c1024a576cd54cc7" providerId="LiveId" clId="{A88BE941-8027-4379-B1FB-AC4A94311B45}" dt="2026-01-06T16:35:15.951" v="25" actId="478"/>
          <ac:picMkLst>
            <pc:docMk/>
            <pc:sldMk cId="1840069504" sldId="258"/>
            <ac:picMk id="7" creationId="{6180AB79-7E40-4CEE-96A7-4C79B6688D6D}"/>
          </ac:picMkLst>
        </pc:picChg>
        <pc:picChg chg="del">
          <ac:chgData name="Amir Motamedkia" userId="c1024a576cd54cc7" providerId="LiveId" clId="{A88BE941-8027-4379-B1FB-AC4A94311B45}" dt="2026-01-06T16:35:15.951" v="25" actId="478"/>
          <ac:picMkLst>
            <pc:docMk/>
            <pc:sldMk cId="1840069504" sldId="258"/>
            <ac:picMk id="9" creationId="{0D9189AC-D910-4ED2-AEFB-0BBEDB07A1D3}"/>
          </ac:picMkLst>
        </pc:picChg>
        <pc:picChg chg="del">
          <ac:chgData name="Amir Motamedkia" userId="c1024a576cd54cc7" providerId="LiveId" clId="{A88BE941-8027-4379-B1FB-AC4A94311B45}" dt="2026-01-06T16:35:15.951" v="25" actId="478"/>
          <ac:picMkLst>
            <pc:docMk/>
            <pc:sldMk cId="1840069504" sldId="258"/>
            <ac:picMk id="11" creationId="{6B795AE5-D45F-4D04-A50C-305B919F9A58}"/>
          </ac:picMkLst>
        </pc:picChg>
        <pc:picChg chg="mod">
          <ac:chgData name="Amir Motamedkia" userId="c1024a576cd54cc7" providerId="LiveId" clId="{A88BE941-8027-4379-B1FB-AC4A94311B45}" dt="2026-01-06T16:38:33.298" v="69" actId="1076"/>
          <ac:picMkLst>
            <pc:docMk/>
            <pc:sldMk cId="1840069504" sldId="258"/>
            <ac:picMk id="13" creationId="{76E0AAB8-96C9-46E9-845E-97A7575B8976}"/>
          </ac:picMkLst>
        </pc:picChg>
        <pc:picChg chg="mod">
          <ac:chgData name="Amir Motamedkia" userId="c1024a576cd54cc7" providerId="LiveId" clId="{A88BE941-8027-4379-B1FB-AC4A94311B45}" dt="2026-01-06T16:39:06.696" v="74" actId="1076"/>
          <ac:picMkLst>
            <pc:docMk/>
            <pc:sldMk cId="1840069504" sldId="258"/>
            <ac:picMk id="15" creationId="{DB9C9A1D-6BFE-4910-B748-2761A25FB5FE}"/>
          </ac:picMkLst>
        </pc:picChg>
        <pc:picChg chg="del">
          <ac:chgData name="Amir Motamedkia" userId="c1024a576cd54cc7" providerId="LiveId" clId="{A88BE941-8027-4379-B1FB-AC4A94311B45}" dt="2026-01-06T16:35:05.647" v="22" actId="478"/>
          <ac:picMkLst>
            <pc:docMk/>
            <pc:sldMk cId="1840069504" sldId="258"/>
            <ac:picMk id="17" creationId="{D1DF77C2-65F7-4B36-9E5D-295ECFADBC00}"/>
          </ac:picMkLst>
        </pc:picChg>
        <pc:picChg chg="del">
          <ac:chgData name="Amir Motamedkia" userId="c1024a576cd54cc7" providerId="LiveId" clId="{A88BE941-8027-4379-B1FB-AC4A94311B45}" dt="2026-01-06T16:35:05.016" v="21" actId="478"/>
          <ac:picMkLst>
            <pc:docMk/>
            <pc:sldMk cId="1840069504" sldId="258"/>
            <ac:picMk id="19" creationId="{E482A42C-2231-4EDB-AB4C-DF6B11B0F49F}"/>
          </ac:picMkLst>
        </pc:picChg>
        <pc:picChg chg="del">
          <ac:chgData name="Amir Motamedkia" userId="c1024a576cd54cc7" providerId="LiveId" clId="{A88BE941-8027-4379-B1FB-AC4A94311B45}" dt="2026-01-06T16:35:04.289" v="20" actId="478"/>
          <ac:picMkLst>
            <pc:docMk/>
            <pc:sldMk cId="1840069504" sldId="258"/>
            <ac:picMk id="21" creationId="{B1FBC053-8BCA-4A5B-8042-FF5F6B84590B}"/>
          </ac:picMkLst>
        </pc:picChg>
        <pc:picChg chg="del">
          <ac:chgData name="Amir Motamedkia" userId="c1024a576cd54cc7" providerId="LiveId" clId="{A88BE941-8027-4379-B1FB-AC4A94311B45}" dt="2026-01-06T16:35:03.681" v="19" actId="478"/>
          <ac:picMkLst>
            <pc:docMk/>
            <pc:sldMk cId="1840069504" sldId="258"/>
            <ac:picMk id="23" creationId="{BDE8FD19-35B1-4D0A-A482-A9627AE2677A}"/>
          </ac:picMkLst>
        </pc:picChg>
      </pc:sldChg>
      <pc:sldChg chg="delSp modSp add mod">
        <pc:chgData name="Amir Motamedkia" userId="c1024a576cd54cc7" providerId="LiveId" clId="{A88BE941-8027-4379-B1FB-AC4A94311B45}" dt="2026-01-06T16:39:01.376" v="73" actId="1076"/>
        <pc:sldMkLst>
          <pc:docMk/>
          <pc:sldMk cId="455809573" sldId="259"/>
        </pc:sldMkLst>
        <pc:picChg chg="del">
          <ac:chgData name="Amir Motamedkia" userId="c1024a576cd54cc7" providerId="LiveId" clId="{A88BE941-8027-4379-B1FB-AC4A94311B45}" dt="2026-01-06T16:35:33.074" v="34" actId="478"/>
          <ac:picMkLst>
            <pc:docMk/>
            <pc:sldMk cId="455809573" sldId="259"/>
            <ac:picMk id="5" creationId="{B2D90F6F-36BC-404D-8069-544656EE6558}"/>
          </ac:picMkLst>
        </pc:picChg>
        <pc:picChg chg="del">
          <ac:chgData name="Amir Motamedkia" userId="c1024a576cd54cc7" providerId="LiveId" clId="{A88BE941-8027-4379-B1FB-AC4A94311B45}" dt="2026-01-06T16:35:33.074" v="34" actId="478"/>
          <ac:picMkLst>
            <pc:docMk/>
            <pc:sldMk cId="455809573" sldId="259"/>
            <ac:picMk id="7" creationId="{6180AB79-7E40-4CEE-96A7-4C79B6688D6D}"/>
          </ac:picMkLst>
        </pc:picChg>
        <pc:picChg chg="mod">
          <ac:chgData name="Amir Motamedkia" userId="c1024a576cd54cc7" providerId="LiveId" clId="{A88BE941-8027-4379-B1FB-AC4A94311B45}" dt="2026-01-06T16:38:24.005" v="68" actId="1076"/>
          <ac:picMkLst>
            <pc:docMk/>
            <pc:sldMk cId="455809573" sldId="259"/>
            <ac:picMk id="9" creationId="{0D9189AC-D910-4ED2-AEFB-0BBEDB07A1D3}"/>
          </ac:picMkLst>
        </pc:picChg>
        <pc:picChg chg="mod">
          <ac:chgData name="Amir Motamedkia" userId="c1024a576cd54cc7" providerId="LiveId" clId="{A88BE941-8027-4379-B1FB-AC4A94311B45}" dt="2026-01-06T16:39:01.376" v="73" actId="1076"/>
          <ac:picMkLst>
            <pc:docMk/>
            <pc:sldMk cId="455809573" sldId="259"/>
            <ac:picMk id="11" creationId="{6B795AE5-D45F-4D04-A50C-305B919F9A58}"/>
          </ac:picMkLst>
        </pc:picChg>
        <pc:picChg chg="del">
          <ac:chgData name="Amir Motamedkia" userId="c1024a576cd54cc7" providerId="LiveId" clId="{A88BE941-8027-4379-B1FB-AC4A94311B45}" dt="2026-01-06T16:35:25.029" v="31" actId="478"/>
          <ac:picMkLst>
            <pc:docMk/>
            <pc:sldMk cId="455809573" sldId="259"/>
            <ac:picMk id="13" creationId="{76E0AAB8-96C9-46E9-845E-97A7575B8976}"/>
          </ac:picMkLst>
        </pc:picChg>
        <pc:picChg chg="del">
          <ac:chgData name="Amir Motamedkia" userId="c1024a576cd54cc7" providerId="LiveId" clId="{A88BE941-8027-4379-B1FB-AC4A94311B45}" dt="2026-01-06T16:35:23.713" v="30" actId="478"/>
          <ac:picMkLst>
            <pc:docMk/>
            <pc:sldMk cId="455809573" sldId="259"/>
            <ac:picMk id="15" creationId="{DB9C9A1D-6BFE-4910-B748-2761A25FB5FE}"/>
          </ac:picMkLst>
        </pc:picChg>
        <pc:picChg chg="del">
          <ac:chgData name="Amir Motamedkia" userId="c1024a576cd54cc7" providerId="LiveId" clId="{A88BE941-8027-4379-B1FB-AC4A94311B45}" dt="2026-01-06T16:35:21.342" v="29" actId="478"/>
          <ac:picMkLst>
            <pc:docMk/>
            <pc:sldMk cId="455809573" sldId="259"/>
            <ac:picMk id="17" creationId="{D1DF77C2-65F7-4B36-9E5D-295ECFADBC00}"/>
          </ac:picMkLst>
        </pc:picChg>
        <pc:picChg chg="del">
          <ac:chgData name="Amir Motamedkia" userId="c1024a576cd54cc7" providerId="LiveId" clId="{A88BE941-8027-4379-B1FB-AC4A94311B45}" dt="2026-01-06T16:35:20.584" v="28" actId="478"/>
          <ac:picMkLst>
            <pc:docMk/>
            <pc:sldMk cId="455809573" sldId="259"/>
            <ac:picMk id="19" creationId="{E482A42C-2231-4EDB-AB4C-DF6B11B0F49F}"/>
          </ac:picMkLst>
        </pc:picChg>
        <pc:picChg chg="del">
          <ac:chgData name="Amir Motamedkia" userId="c1024a576cd54cc7" providerId="LiveId" clId="{A88BE941-8027-4379-B1FB-AC4A94311B45}" dt="2026-01-06T16:35:20.009" v="27" actId="478"/>
          <ac:picMkLst>
            <pc:docMk/>
            <pc:sldMk cId="455809573" sldId="259"/>
            <ac:picMk id="21" creationId="{B1FBC053-8BCA-4A5B-8042-FF5F6B84590B}"/>
          </ac:picMkLst>
        </pc:picChg>
        <pc:picChg chg="del">
          <ac:chgData name="Amir Motamedkia" userId="c1024a576cd54cc7" providerId="LiveId" clId="{A88BE941-8027-4379-B1FB-AC4A94311B45}" dt="2026-01-06T16:35:19.305" v="26" actId="478"/>
          <ac:picMkLst>
            <pc:docMk/>
            <pc:sldMk cId="455809573" sldId="259"/>
            <ac:picMk id="23" creationId="{BDE8FD19-35B1-4D0A-A482-A9627AE2677A}"/>
          </ac:picMkLst>
        </pc:picChg>
      </pc:sldChg>
      <pc:sldChg chg="addSp delSp modSp add mod">
        <pc:chgData name="Amir Motamedkia" userId="c1024a576cd54cc7" providerId="LiveId" clId="{A88BE941-8027-4379-B1FB-AC4A94311B45}" dt="2026-01-06T16:38:55.119" v="72" actId="1076"/>
        <pc:sldMkLst>
          <pc:docMk/>
          <pc:sldMk cId="1340629671" sldId="260"/>
        </pc:sldMkLst>
        <pc:picChg chg="mod">
          <ac:chgData name="Amir Motamedkia" userId="c1024a576cd54cc7" providerId="LiveId" clId="{A88BE941-8027-4379-B1FB-AC4A94311B45}" dt="2026-01-06T16:37:23.304" v="62" actId="1076"/>
          <ac:picMkLst>
            <pc:docMk/>
            <pc:sldMk cId="1340629671" sldId="260"/>
            <ac:picMk id="5" creationId="{B2D90F6F-36BC-404D-8069-544656EE6558}"/>
          </ac:picMkLst>
        </pc:picChg>
        <pc:picChg chg="mod">
          <ac:chgData name="Amir Motamedkia" userId="c1024a576cd54cc7" providerId="LiveId" clId="{A88BE941-8027-4379-B1FB-AC4A94311B45}" dt="2026-01-06T16:38:55.119" v="72" actId="1076"/>
          <ac:picMkLst>
            <pc:docMk/>
            <pc:sldMk cId="1340629671" sldId="260"/>
            <ac:picMk id="7" creationId="{6180AB79-7E40-4CEE-96A7-4C79B6688D6D}"/>
          </ac:picMkLst>
        </pc:picChg>
        <pc:picChg chg="del">
          <ac:chgData name="Amir Motamedkia" userId="c1024a576cd54cc7" providerId="LiveId" clId="{A88BE941-8027-4379-B1FB-AC4A94311B45}" dt="2026-01-06T16:35:44.648" v="44" actId="478"/>
          <ac:picMkLst>
            <pc:docMk/>
            <pc:sldMk cId="1340629671" sldId="260"/>
            <ac:picMk id="9" creationId="{0D9189AC-D910-4ED2-AEFB-0BBEDB07A1D3}"/>
          </ac:picMkLst>
        </pc:picChg>
        <pc:picChg chg="del">
          <ac:chgData name="Amir Motamedkia" userId="c1024a576cd54cc7" providerId="LiveId" clId="{A88BE941-8027-4379-B1FB-AC4A94311B45}" dt="2026-01-06T16:35:44.021" v="43" actId="478"/>
          <ac:picMkLst>
            <pc:docMk/>
            <pc:sldMk cId="1340629671" sldId="260"/>
            <ac:picMk id="11" creationId="{6B795AE5-D45F-4D04-A50C-305B919F9A58}"/>
          </ac:picMkLst>
        </pc:picChg>
        <pc:picChg chg="del">
          <ac:chgData name="Amir Motamedkia" userId="c1024a576cd54cc7" providerId="LiveId" clId="{A88BE941-8027-4379-B1FB-AC4A94311B45}" dt="2026-01-06T16:35:43.349" v="42" actId="478"/>
          <ac:picMkLst>
            <pc:docMk/>
            <pc:sldMk cId="1340629671" sldId="260"/>
            <ac:picMk id="13" creationId="{76E0AAB8-96C9-46E9-845E-97A7575B8976}"/>
          </ac:picMkLst>
        </pc:picChg>
        <pc:picChg chg="del">
          <ac:chgData name="Amir Motamedkia" userId="c1024a576cd54cc7" providerId="LiveId" clId="{A88BE941-8027-4379-B1FB-AC4A94311B45}" dt="2026-01-06T16:35:42.774" v="41" actId="478"/>
          <ac:picMkLst>
            <pc:docMk/>
            <pc:sldMk cId="1340629671" sldId="260"/>
            <ac:picMk id="15" creationId="{DB9C9A1D-6BFE-4910-B748-2761A25FB5FE}"/>
          </ac:picMkLst>
        </pc:picChg>
        <pc:picChg chg="add del">
          <ac:chgData name="Amir Motamedkia" userId="c1024a576cd54cc7" providerId="LiveId" clId="{A88BE941-8027-4379-B1FB-AC4A94311B45}" dt="2026-01-06T16:35:42.094" v="40" actId="478"/>
          <ac:picMkLst>
            <pc:docMk/>
            <pc:sldMk cId="1340629671" sldId="260"/>
            <ac:picMk id="17" creationId="{D1DF77C2-65F7-4B36-9E5D-295ECFADBC00}"/>
          </ac:picMkLst>
        </pc:picChg>
        <pc:picChg chg="del">
          <ac:chgData name="Amir Motamedkia" userId="c1024a576cd54cc7" providerId="LiveId" clId="{A88BE941-8027-4379-B1FB-AC4A94311B45}" dt="2026-01-06T16:35:36.305" v="37" actId="478"/>
          <ac:picMkLst>
            <pc:docMk/>
            <pc:sldMk cId="1340629671" sldId="260"/>
            <ac:picMk id="19" creationId="{E482A42C-2231-4EDB-AB4C-DF6B11B0F49F}"/>
          </ac:picMkLst>
        </pc:picChg>
        <pc:picChg chg="del">
          <ac:chgData name="Amir Motamedkia" userId="c1024a576cd54cc7" providerId="LiveId" clId="{A88BE941-8027-4379-B1FB-AC4A94311B45}" dt="2026-01-06T16:35:35.864" v="36" actId="478"/>
          <ac:picMkLst>
            <pc:docMk/>
            <pc:sldMk cId="1340629671" sldId="260"/>
            <ac:picMk id="21" creationId="{B1FBC053-8BCA-4A5B-8042-FF5F6B84590B}"/>
          </ac:picMkLst>
        </pc:picChg>
        <pc:picChg chg="del">
          <ac:chgData name="Amir Motamedkia" userId="c1024a576cd54cc7" providerId="LiveId" clId="{A88BE941-8027-4379-B1FB-AC4A94311B45}" dt="2026-01-06T16:35:35.237" v="35" actId="478"/>
          <ac:picMkLst>
            <pc:docMk/>
            <pc:sldMk cId="1340629671" sldId="260"/>
            <ac:picMk id="23" creationId="{BDE8FD19-35B1-4D0A-A482-A9627AE2677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0">
                      <a:schemeClr val="tx1"/>
                    </a:gs>
                    <a:gs pos="68000">
                      <a:srgbClr val="F1F1F1"/>
                    </a:gs>
                    <a:gs pos="100000">
                      <a:schemeClr val="bg1">
                        <a:lumMod val="11000"/>
                        <a:lumOff val="89000"/>
                      </a:schemeClr>
                    </a:gs>
                  </a:gsLst>
                  <a:lin ang="54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</a:defRPr>
            </a:lvl1pPr>
          </a:lstStyle>
          <a:p>
            <a:pPr lvl="0" algn="r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</a:lstStyle>
          <a:p>
            <a:pPr marL="0" lvl="0" indent="0" algn="r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64A2F-746A-48F0-9EDE-3F8DE93DF9D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3D77-1298-4BA3-982E-B6981BAC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301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64A2F-746A-48F0-9EDE-3F8DE93DF9D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3D77-1298-4BA3-982E-B6981BAC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061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32000"/>
                        <a:lumOff val="68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64A2F-746A-48F0-9EDE-3F8DE93DF9D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3D77-1298-4BA3-982E-B6981BAC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731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64A2F-746A-48F0-9EDE-3F8DE93DF9D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3D77-1298-4BA3-982E-B6981BAC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633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64A2F-746A-48F0-9EDE-3F8DE93DF9D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3D77-1298-4BA3-982E-B6981BAC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85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64A2F-746A-48F0-9EDE-3F8DE93DF9D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3D77-1298-4BA3-982E-B6981BAC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21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64A2F-746A-48F0-9EDE-3F8DE93DF9D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3D77-1298-4BA3-982E-B6981BAC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627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64A2F-746A-48F0-9EDE-3F8DE93DF9D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3D77-1298-4BA3-982E-B6981BAC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39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64A2F-746A-48F0-9EDE-3F8DE93DF9D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3D77-1298-4BA3-982E-B6981BAC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5621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64A2F-746A-48F0-9EDE-3F8DE93DF9D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3D77-1298-4BA3-982E-B6981BAC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563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64A2F-746A-48F0-9EDE-3F8DE93DF9D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3D77-1298-4BA3-982E-B6981BAC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9084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64A2F-746A-48F0-9EDE-3F8DE93DF9D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3D77-1298-4BA3-982E-B6981BAC5ABA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6745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64A2F-746A-48F0-9EDE-3F8DE93DF9D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3D77-1298-4BA3-982E-B6981BAC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291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64A2F-746A-48F0-9EDE-3F8DE93DF9D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3D77-1298-4BA3-982E-B6981BAC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1145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64A2F-746A-48F0-9EDE-3F8DE93DF9D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3D77-1298-4BA3-982E-B6981BAC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187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64A2F-746A-48F0-9EDE-3F8DE93DF9D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3D77-1298-4BA3-982E-B6981BAC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891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964A2F-746A-48F0-9EDE-3F8DE93DF9D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3D77-1298-4BA3-982E-B6981BAC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36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A5964A2F-746A-48F0-9EDE-3F8DE93DF9D0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94D03D77-1298-4BA3-982E-B6981BAC5A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2770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13000"/>
                  <a:lumOff val="87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CFF9F-CDA6-41D2-891E-6D78BEAAD3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6FA94-7EA9-4C71-8AE6-926EDA4260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1FBC053-8BCA-4A5B-8042-FF5F6B8459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824" y="374904"/>
            <a:ext cx="2748686" cy="610819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DE8FD19-35B1-4D0A-A482-A9627AE267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928" y="374904"/>
            <a:ext cx="2748686" cy="610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842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CFF9F-CDA6-41D2-891E-6D78BEAAD3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6FA94-7EA9-4C71-8AE6-926EDA4260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1DF77C2-65F7-4B36-9E5D-295ECFADBC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824" y="374904"/>
            <a:ext cx="2748686" cy="610819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482A42C-2231-4EDB-AB4C-DF6B11B0F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928" y="374904"/>
            <a:ext cx="2748686" cy="610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735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CFF9F-CDA6-41D2-891E-6D78BEAAD3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6FA94-7EA9-4C71-8AE6-926EDA4260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6E0AAB8-96C9-46E9-845E-97A7575B89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824" y="374904"/>
            <a:ext cx="2748686" cy="610819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B9C9A1D-6BFE-4910-B748-2761A25FB5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928" y="374904"/>
            <a:ext cx="2748686" cy="610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069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CFF9F-CDA6-41D2-891E-6D78BEAAD3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6FA94-7EA9-4C71-8AE6-926EDA4260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9189AC-D910-4ED2-AEFB-0BBEDB07A1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824" y="374904"/>
            <a:ext cx="2748686" cy="61081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B795AE5-D45F-4D04-A50C-305B919F9A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928" y="374904"/>
            <a:ext cx="2748686" cy="610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809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CFF9F-CDA6-41D2-891E-6D78BEAAD3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66FA94-7EA9-4C71-8AE6-926EDA42601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D90F6F-36BC-404D-8069-544656EE65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545" y="375802"/>
            <a:ext cx="2748686" cy="61081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80AB79-7E40-4CEE-96A7-4C79B6688D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4928" y="374904"/>
            <a:ext cx="2747878" cy="6106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0629671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B4B4B"/>
      </a:dk2>
      <a:lt2>
        <a:srgbClr val="8ED5C1"/>
      </a:lt2>
      <a:accent1>
        <a:srgbClr val="73CBB2"/>
      </a:accent1>
      <a:accent2>
        <a:srgbClr val="AACD5B"/>
      </a:accent2>
      <a:accent3>
        <a:srgbClr val="65A9E1"/>
      </a:accent3>
      <a:accent4>
        <a:srgbClr val="6274D8"/>
      </a:accent4>
      <a:accent5>
        <a:srgbClr val="AB54D7"/>
      </a:accent5>
      <a:accent6>
        <a:srgbClr val="D15B37"/>
      </a:accent6>
      <a:hlink>
        <a:srgbClr val="BFE962"/>
      </a:hlink>
      <a:folHlink>
        <a:srgbClr val="C0D591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47428100-C732-4B2E-A30A-5273F581A0F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35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Corbel</vt:lpstr>
      <vt:lpstr>Depth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Amir Motamedkia</dc:creator>
  <cp:lastModifiedBy>Amir Motamedkia</cp:lastModifiedBy>
  <cp:revision>1</cp:revision>
  <dcterms:created xsi:type="dcterms:W3CDTF">2026-01-06T16:32:18Z</dcterms:created>
  <dcterms:modified xsi:type="dcterms:W3CDTF">2026-01-06T17:07:36Z</dcterms:modified>
</cp:coreProperties>
</file>